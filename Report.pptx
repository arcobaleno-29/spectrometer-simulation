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6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>
      <p:cViewPr varScale="1">
        <p:scale>
          <a:sx n="121" d="100"/>
          <a:sy n="121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E9A47-1723-555C-524A-D5405D9BC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EE5B3-EF6B-C1D1-4261-84B5F9E35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7B4C2-22E4-C9F6-B708-D5B2221E3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9B52-94B3-D64D-9031-11955E85A48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441D-ADFA-72D4-4C82-5360BEB3E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C2293-72F9-7844-4EF6-73646512B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9CC74-9DAA-904D-B98F-050EED5E3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88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D12B-C5D8-6BA0-9451-D02CAD1DB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AF46A-AA9A-2FA2-3A3F-AD8E143E7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687A6-7622-024E-C2C5-1CF5BF904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9B52-94B3-D64D-9031-11955E85A48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C505D-372B-F98A-43D3-74539E29A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9CA2C-3C2B-F749-FDB9-F565E1F0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9CC74-9DAA-904D-B98F-050EED5E3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2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BACC2-A662-D971-A2F1-B06CB6184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5D356-6E24-CEDE-F394-973655066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FE5E3-3734-44FC-6C5A-B8BE6097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9B52-94B3-D64D-9031-11955E85A48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E693D-B4E7-1EFE-581B-4C01F718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EDD74-DFD3-7542-71BF-BFC1999D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9CC74-9DAA-904D-B98F-050EED5E3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27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727-15F0-ECBB-0A48-143B4A84F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77A0F-DEE5-BFF3-58B6-9F370D73B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A061E-8A83-FC0A-39EC-7B96F0EC9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ABF541-F4FB-D8FB-6B9C-54A350BCC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9B52-94B3-D64D-9031-11955E85A48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17A08-965D-B752-99E6-23F410DFB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E132E-112E-1746-FAD0-89FC2A171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9CC74-9DAA-904D-B98F-050EED5E3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26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52BA-0221-8C41-2656-E14C4A339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C2625-D748-1F2C-499E-A566AC40E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9D65E-2DE1-DC71-D101-E82738DFF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F649DD-CA15-FDA3-AE86-7AA2F84A2F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4F6445-D470-8633-6B39-3669A8B23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73A9A2-21B4-0863-29B1-79E05319E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9B52-94B3-D64D-9031-11955E85A48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5D1A6C-72D9-5389-278D-ECA051BE6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A62757-53AC-236B-1FE9-468C5E277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9CC74-9DAA-904D-B98F-050EED5E3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6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506B-9AE3-E41A-D34B-CC9A1E470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824E4-8A4B-FD19-91C0-7B1C45BD0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9B52-94B3-D64D-9031-11955E85A48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22132F-6C83-FE7F-DF66-E81A277D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A3402-6FC4-166F-9F09-6AA5C1EE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9CC74-9DAA-904D-B98F-050EED5E3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31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4CBB0A-D1BD-6A0C-E415-B4C468E17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9B52-94B3-D64D-9031-11955E85A48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0DE1C-7180-45A5-CFC0-CBE33947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82EB2-D65B-3ED3-3B2B-50105C10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9CC74-9DAA-904D-B98F-050EED5E3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6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EDCA-EA06-05B6-F127-EE7ED1E37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7B14F-2F3C-AC00-BB65-84CED2775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F517F-0AC7-FECC-FABF-1DC4B850F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02DA7-5532-BC66-3319-81C1E3A1D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9B52-94B3-D64D-9031-11955E85A48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0540D-6A6F-E892-D7F8-B852C344F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63707-6F98-515B-14E5-0E2435036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9CC74-9DAA-904D-B98F-050EED5E3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4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9461-5326-B390-AD8F-5DD10C19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F08D6C-3752-C22E-EB2A-63189D62B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BEAB7-40AE-41BA-F4B5-50F1B212A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95929-16C8-FEFE-E7DC-FD005BCE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9B52-94B3-D64D-9031-11955E85A48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553E8-AD5A-E885-882C-98789DFDC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25056-6810-5BBE-447D-930D981D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9CC74-9DAA-904D-B98F-050EED5E3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79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0E7BB-59E2-C6B0-7F9C-93DBF4F46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10FC7-496B-C690-A3B6-A9D769B95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C04F5-02A0-CC76-54A6-C73F308C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9B52-94B3-D64D-9031-11955E85A48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3136D-E9DB-3887-A480-CB0ABC6E7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F70FA-28A2-EE20-DD37-97BDDA58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9CC74-9DAA-904D-B98F-050EED5E3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36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F0B6F2-B626-C825-CD7A-5B9B7000D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54302-467E-2A6E-316E-B097290D9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B7FA0-03A8-4EDC-5207-B167D915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9B52-94B3-D64D-9031-11955E85A48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A77B0-F8E4-5208-3167-6FC949462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2B18F-275C-6EBD-63DE-3B2F8111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9CC74-9DAA-904D-B98F-050EED5E3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15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AF020E-CB33-BC92-4762-793AE0E0E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29563-E03D-0616-E8B6-445380DDB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6A0DD-62B1-1ADF-9E77-D70A5D58EB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59B52-94B3-D64D-9031-11955E85A48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964E8-6A40-01C2-23C7-A30CE2A21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A9196-0742-1F48-5161-C9EA16781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9CC74-9DAA-904D-B98F-050EED5E3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77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B222D-ADC4-8E48-CFB3-6E444B54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9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response understanding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Spectrograph</a:t>
            </a:r>
          </a:p>
        </p:txBody>
      </p:sp>
    </p:spTree>
    <p:extLst>
      <p:ext uri="{BB962C8B-B14F-4D97-AF65-F5344CB8AC3E}">
        <p14:creationId xmlns:p14="http://schemas.microsoft.com/office/powerpoint/2010/main" val="3129939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AD0741-A8CD-D9DD-89A7-E950DBD5877A}"/>
              </a:ext>
            </a:extLst>
          </p:cNvPr>
          <p:cNvSpPr txBox="1"/>
          <p:nvPr/>
        </p:nvSpPr>
        <p:spPr>
          <a:xfrm>
            <a:off x="815248" y="649994"/>
            <a:ext cx="3525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DF6E7D-CDE8-D055-BDE7-9552CD6FF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250" y="1019326"/>
            <a:ext cx="8163499" cy="396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275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21CC30-7D1C-E4E3-814D-DB7898E91E18}"/>
              </a:ext>
            </a:extLst>
          </p:cNvPr>
          <p:cNvSpPr txBox="1"/>
          <p:nvPr/>
        </p:nvSpPr>
        <p:spPr>
          <a:xfrm>
            <a:off x="815248" y="649994"/>
            <a:ext cx="6577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Grating equation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52D05-55D1-0848-8AF9-BE7AE909BD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728"/>
          <a:stretch/>
        </p:blipFill>
        <p:spPr>
          <a:xfrm>
            <a:off x="392604" y="2253983"/>
            <a:ext cx="11406792" cy="18618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1276F6-FC83-A230-38D5-98ECC012FF45}"/>
                  </a:ext>
                </a:extLst>
              </p:cNvPr>
              <p:cNvSpPr txBox="1"/>
              <p:nvPr/>
            </p:nvSpPr>
            <p:spPr>
              <a:xfrm>
                <a:off x="5257102" y="1646848"/>
                <a:ext cx="157074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1276F6-FC83-A230-38D5-98ECC012F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102" y="1646848"/>
                <a:ext cx="1570742" cy="307777"/>
              </a:xfrm>
              <a:prstGeom prst="rect">
                <a:avLst/>
              </a:prstGeom>
              <a:blipFill>
                <a:blip r:embed="rId3"/>
                <a:stretch>
                  <a:fillRect l="-1600" t="-7692" r="-1600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235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21CC30-7D1C-E4E3-814D-DB7898E91E18}"/>
              </a:ext>
            </a:extLst>
          </p:cNvPr>
          <p:cNvSpPr txBox="1"/>
          <p:nvPr/>
        </p:nvSpPr>
        <p:spPr>
          <a:xfrm>
            <a:off x="815248" y="649994"/>
            <a:ext cx="6577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Resolving power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76E8D-FF40-AC31-B199-385AFB3108AA}"/>
              </a:ext>
            </a:extLst>
          </p:cNvPr>
          <p:cNvSpPr txBox="1"/>
          <p:nvPr/>
        </p:nvSpPr>
        <p:spPr>
          <a:xfrm>
            <a:off x="815248" y="1075827"/>
            <a:ext cx="8780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capacity of an instrument to resolve two points which are close together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186363-E4CE-5211-7B08-D5F825DD4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863" y="1555173"/>
            <a:ext cx="1814489" cy="969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AB381C-602E-765E-4B66-16697F6E20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07"/>
          <a:stretch/>
        </p:blipFill>
        <p:spPr>
          <a:xfrm>
            <a:off x="815248" y="2772939"/>
            <a:ext cx="9361265" cy="295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43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21CC30-7D1C-E4E3-814D-DB7898E91E18}"/>
              </a:ext>
            </a:extLst>
          </p:cNvPr>
          <p:cNvSpPr txBox="1"/>
          <p:nvPr/>
        </p:nvSpPr>
        <p:spPr>
          <a:xfrm>
            <a:off x="815248" y="649994"/>
            <a:ext cx="6577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FWHM (full width at half-maximum)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576E8D-FF40-AC31-B199-385AFB3108AA}"/>
                  </a:ext>
                </a:extLst>
              </p:cNvPr>
              <p:cNvSpPr txBox="1"/>
              <p:nvPr/>
            </p:nvSpPr>
            <p:spPr>
              <a:xfrm>
                <a:off x="815248" y="1248870"/>
                <a:ext cx="657707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width of a curve or peak measured at half of its maximum height or intensity: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576E8D-FF40-AC31-B199-385AFB310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48" y="1248870"/>
                <a:ext cx="6577070" cy="707886"/>
              </a:xfrm>
              <a:prstGeom prst="rect">
                <a:avLst/>
              </a:prstGeom>
              <a:blipFill>
                <a:blip r:embed="rId2"/>
                <a:stretch>
                  <a:fillRect l="-963" t="-5263" r="-96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AF3633F-E564-18DF-5BAE-4CDDCD6B6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468" y="2497630"/>
            <a:ext cx="56388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412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21CC30-7D1C-E4E3-814D-DB7898E91E18}"/>
              </a:ext>
            </a:extLst>
          </p:cNvPr>
          <p:cNvSpPr txBox="1"/>
          <p:nvPr/>
        </p:nvSpPr>
        <p:spPr>
          <a:xfrm>
            <a:off x="815248" y="649994"/>
            <a:ext cx="6577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resolution of optical system: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76E8D-FF40-AC31-B199-385AFB3108AA}"/>
              </a:ext>
            </a:extLst>
          </p:cNvPr>
          <p:cNvSpPr txBox="1"/>
          <p:nvPr/>
        </p:nvSpPr>
        <p:spPr>
          <a:xfrm>
            <a:off x="815248" y="1321238"/>
            <a:ext cx="8780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Convolving different independent distributions, assuming the final shape to be a Gaussian distribution: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95F606-BB01-13DD-3B21-2972ACDAF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185" y="2238703"/>
            <a:ext cx="4549630" cy="7484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E30B0C-F5D7-658F-A6D6-F8E3F656E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798" y="3196706"/>
            <a:ext cx="5680403" cy="33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801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2874</TotalTime>
  <Words>77</Words>
  <Application>Microsoft Macintosh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Times New Roman</vt:lpstr>
      <vt:lpstr>Office Theme</vt:lpstr>
      <vt:lpstr>Camera response understanding  Spectrograph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Camera response understanding Spectrograph</dc:title>
  <dc:creator>Anh Trần Vu Minh</dc:creator>
  <cp:lastModifiedBy>Anh Trần Vu Minh</cp:lastModifiedBy>
  <cp:revision>2</cp:revision>
  <dcterms:created xsi:type="dcterms:W3CDTF">2026-08-12T02:38:37Z</dcterms:created>
  <dcterms:modified xsi:type="dcterms:W3CDTF">2026-08-14T02:33:01Z</dcterms:modified>
</cp:coreProperties>
</file>